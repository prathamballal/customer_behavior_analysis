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oppins Light"/>
      <p:regular r:id="rId201314"/>
    </p:embeddedFont>
    <p:embeddedFont>
      <p:font typeface="Poppins"/>
      <p:regular r:id="rId201315"/>
    </p:embeddedFont>
    <p:embeddedFont>
      <p:font typeface="Roboto Light"/>
      <p:regular r:id="rId201316"/>
    </p:embeddedFont>
    <p:embeddedFont>
      <p:font typeface="Roboto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data-driven exploration of 3,900 transactions — uncovering spending patterns, customer segments, and product preferences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448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Project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21829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066776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373288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Purchase records analyzed across all product categories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421829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4660553" y="2066776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Columns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373288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Demographics, purchase details, and behavioral signals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954462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37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496119" y="3599408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905920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Imputed in Review Rating using category medians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2954462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4660553" y="3599408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Tools Used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0553" y="3905920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Python, PostgreSQL, and Power BI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429220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dataset spans customer demographics, product attributes, and behavioral signals — enabling a 360° view of shopping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2495"/>
            <a:ext cx="4722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Preparation in Python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925119" y="970211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1162943"/>
            <a:ext cx="4722763" cy="14288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6" name="Text 3"/>
          <p:cNvSpPr/>
          <p:nvPr/>
        </p:nvSpPr>
        <p:spPr>
          <a:xfrm>
            <a:off x="3925119" y="1252389"/>
            <a:ext cx="4722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Load &amp; Explore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25119" y="1505545"/>
            <a:ext cx="4722763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Imported data via pandas; used 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and 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initial structure review.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925119" y="1887438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925119" y="2080171"/>
            <a:ext cx="4722763" cy="14288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0" name="Text 7"/>
          <p:cNvSpPr/>
          <p:nvPr/>
        </p:nvSpPr>
        <p:spPr>
          <a:xfrm>
            <a:off x="3925119" y="2169616"/>
            <a:ext cx="4722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Clean &amp; Impute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925119" y="2422773"/>
            <a:ext cx="47227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Handled null values; imputed missing Review Ratings using category-level medians.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925119" y="2799904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25119" y="2992636"/>
            <a:ext cx="4722763" cy="14288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4" name="Text 11"/>
          <p:cNvSpPr/>
          <p:nvPr/>
        </p:nvSpPr>
        <p:spPr>
          <a:xfrm>
            <a:off x="3925119" y="3082082"/>
            <a:ext cx="4722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Engineer Features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925119" y="3335238"/>
            <a:ext cx="4722763" cy="371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Created 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bins and 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; dropped redundant 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925119" y="3903092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925119" y="4095824"/>
            <a:ext cx="4722763" cy="14288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8" name="Text 15"/>
          <p:cNvSpPr/>
          <p:nvPr/>
        </p:nvSpPr>
        <p:spPr>
          <a:xfrm>
            <a:off x="3925119" y="4185270"/>
            <a:ext cx="4722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Load to Database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925119" y="4438427"/>
            <a:ext cx="47227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Connected to PostgreSQL and loaded the cleaned DataFrame for SQL-based analysis.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940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14463"/>
            <a:ext cx="4327773" cy="29701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74531" y="1396752"/>
            <a:ext cx="3478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Female Customers Lead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174531" y="1759967"/>
            <a:ext cx="34780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Female shoppers generated approximately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55% of total 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outpacing male customers by a meaningful margin. This signals a key demographic for targeted promotions and loyalty initiatives.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174531" y="2826693"/>
            <a:ext cx="3478039" cy="1006376"/>
          </a:xfrm>
          <a:prstGeom prst="roundRect">
            <a:avLst>
              <a:gd name="adj" fmla="val 5917"/>
            </a:avLst>
          </a:prstGeom>
          <a:solidFill>
            <a:srgbClr val="3D3D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289" y="3041749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35228" y="2989659"/>
            <a:ext cx="287558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Consider gender-specific campaigns and product bundles to further capitalize on this segment.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Subscribers Spend More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Subscribers average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$85 per transaction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versus $62 for non-subscribers — a 37% premium. They also contribute disproportionately to total revenue, making subscription conversion a high-leverage growth lever.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875136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Higher average order value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Greater purchase frequency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Stronger brand 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298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38039"/>
            <a:ext cx="4752677" cy="31229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99435" y="1320329"/>
            <a:ext cx="30531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26–35 Is the Power Segment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599435" y="1683544"/>
            <a:ext cx="3053135" cy="1715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26–35 age group drives the highest revenue contribution, followed closely by 36–45. Together, these two cohorts account for the majority of total spend.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Marketing budgets should prioritize these segments, while younger groups (18–25) represent a strong growth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Customer Segmentation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2822004"/>
            <a:ext cx="357314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Customers were classified into three behavioral segments based on purchase history, enabling tailored engagement strategies.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6959" y="704255"/>
            <a:ext cx="4405610" cy="440561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5189488"/>
            <a:ext cx="2693640" cy="3777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4586" y="5269855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New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614586" y="5401791"/>
            <a:ext cx="24948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First-time buyers — focus on onboarding and first-purchase incentives.</a:t>
            </a:r>
            <a:endParaRPr lang="en-US" sz="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5180" y="5189488"/>
            <a:ext cx="2693640" cy="3777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43647" y="5269855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Returning</a:t>
            </a:r>
            <a:endParaRPr lang="en-US" sz="650" dirty="0"/>
          </a:p>
        </p:txBody>
      </p:sp>
      <p:sp>
        <p:nvSpPr>
          <p:cNvPr id="10" name="Text 5"/>
          <p:cNvSpPr/>
          <p:nvPr/>
        </p:nvSpPr>
        <p:spPr>
          <a:xfrm>
            <a:off x="3343647" y="5401791"/>
            <a:ext cx="24948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Repeat purchasers — nudge toward subscription with exclusive offers.</a:t>
            </a:r>
            <a:endParaRPr lang="en-US" sz="5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4241" y="5189488"/>
            <a:ext cx="2693640" cy="37772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72708" y="5269855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Loyal</a:t>
            </a:r>
            <a:endParaRPr lang="en-US" sz="650" dirty="0"/>
          </a:p>
        </p:txBody>
      </p:sp>
      <p:sp>
        <p:nvSpPr>
          <p:cNvPr id="13" name="Text 7"/>
          <p:cNvSpPr/>
          <p:nvPr/>
        </p:nvSpPr>
        <p:spPr>
          <a:xfrm>
            <a:off x="6072708" y="5401791"/>
            <a:ext cx="24948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High-frequency buyers — reward with VIP perks and early access.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5351"/>
            <a:ext cx="4722763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Shipping &amp; Discount Insights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96119" y="1483147"/>
            <a:ext cx="2294855" cy="2090886"/>
          </a:xfrm>
          <a:prstGeom prst="roundRect">
            <a:avLst>
              <a:gd name="adj" fmla="val 275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8175" y="1625203"/>
            <a:ext cx="2010742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Express Shipping Premium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8175" y="2134046"/>
            <a:ext cx="2010742" cy="129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Express shipping customers spend significantly more per order than Standard shipping users — suggesting urgency correlates with higher basket size.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923952" y="1483147"/>
            <a:ext cx="2294930" cy="2090886"/>
          </a:xfrm>
          <a:prstGeom prst="roundRect">
            <a:avLst>
              <a:gd name="adj" fmla="val 275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66008" y="1625203"/>
            <a:ext cx="2010817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High-Spending Discount Users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66008" y="2134046"/>
            <a:ext cx="2010817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subset of discount users still exceed average purchase amounts, indicating price sensitivity without sacrificing spend — a prime upsell target.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96119" y="3707011"/>
            <a:ext cx="4722763" cy="1011064"/>
          </a:xfrm>
          <a:prstGeom prst="roundRect">
            <a:avLst>
              <a:gd name="adj" fmla="val 570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8175" y="3849067"/>
            <a:ext cx="443865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Discount-Dependent Products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8175" y="4143375"/>
            <a:ext cx="443865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Five products showed the highest share of discounted purchases, signaling potential margin risk and over-reliance on promotions.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13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Power BI Dashboard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93677"/>
            <a:ext cx="3902943" cy="2211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1866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Visual Storytelling for Decision-Makers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081882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 interactive Power BI dashboard was built to surface key findings at a glance — enabling stakeholders to explore revenue trends, segment performance, and product metrics without relying on raw data exports.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3116684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Revenue breakdowns by gender, age, and subscription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Product-level ratings and purchase volumes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Customer segment distribution and trends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Shipping and discount impact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905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45555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80625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1127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Promote exclusive subscriber benefits to convert high-frequency buyers and lift average order value.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345555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80625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1127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Reward Returning customers to accelerate their progression into the Loyal segment.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345555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80625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112764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Audit discount-dependent products to balance sales lift against margin erosion.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53742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843933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Concentrate spend on 26–35 and 36–45 age groups, plus express-shipping users with higher baskets.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076724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53742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843933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Feature top-rated and best-selling products prominently in campaigns and homepage placements.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2026-07-31T17:53:21Z</dcterms:created>
  <dcterms:modified xsi:type="dcterms:W3CDTF">2026-07-31T17:53:21Z</dcterms:modified>
</cp:coreProperties>
</file>